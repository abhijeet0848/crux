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teachers and examiners.</a:t>
            </a:r>
          </a:p>
          <a:p>
            <a:r>
              <a:t>Today I am presenting my MCA project called 'Crux'.</a:t>
            </a:r>
          </a:p>
          <a:p>
            <a:r>
              <a:t>It is a simple and fast text summarizer built using Natural Language Processing.</a:t>
            </a:r>
          </a:p>
          <a:p>
            <a:r>
              <a:t>It helps people read long documents and PDFs quickly by picking out the most important real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slide, I explain what Crux does.</a:t>
            </a:r>
          </a:p>
          <a:p>
            <a:r>
              <a:t>Basically, it is a tool that takes a long article and shortens it.</a:t>
            </a:r>
          </a:p>
          <a:p>
            <a:r>
              <a:t>It does not rewrite or generate new text. Instead, it finds and extracts the most important sentences written by the author.</a:t>
            </a:r>
          </a:p>
          <a:p>
            <a:r>
              <a:t>This means the summary is always 100% accurate, and it runs in just a few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might ask: why not just use ChatGPT to summarize text?</a:t>
            </a:r>
          </a:p>
          <a:p>
            <a:r>
              <a:t>There are four big problems with generative AI:</a:t>
            </a:r>
          </a:p>
          <a:p>
            <a:r>
              <a:t>First, they can hallucinate and make up fake details.</a:t>
            </a:r>
          </a:p>
          <a:p>
            <a:r>
              <a:t>Second, you cannot see the mathematical reason why a sentence was picked.</a:t>
            </a:r>
          </a:p>
          <a:p>
            <a:r>
              <a:t>Third, they are slow and expensive to run.</a:t>
            </a:r>
          </a:p>
          <a:p>
            <a:r>
              <a:t>And fourth, uploading private medical or legal files to the cloud can break privacy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solution is Extractive Summarization.</a:t>
            </a:r>
          </a:p>
          <a:p>
            <a:r>
              <a:t>Instead of generating new sentences, our system ranks the author's original sentences and picks the best ones.</a:t>
            </a:r>
          </a:p>
          <a:p>
            <a:r>
              <a:t>This guarantees that facts are 100% correct, it runs in less than 15 milliseconds, and it keeps your files completely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4 parts of our project architecture:</a:t>
            </a:r>
          </a:p>
          <a:p>
            <a:r>
              <a:t>1. The frontend website is made with React.</a:t>
            </a:r>
          </a:p>
          <a:p>
            <a:r>
              <a:t>2. The backend server is made with FastAPI in Python.</a:t>
            </a:r>
          </a:p>
          <a:p>
            <a:r>
              <a:t>3. The NLP engine does the actual text processing and scoring.</a:t>
            </a:r>
          </a:p>
          <a:p>
            <a:r>
              <a:t>4. The SQLite database saves history so you can review past summaries anytime.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scoring sentences, we clean and prepare the text in simple steps:</a:t>
            </a:r>
          </a:p>
          <a:p>
            <a:r>
              <a:t>We remove junk characters, split into sentences, convert to lowercase, filter out common words like 'the' and 'is', and convert words to their root forms.</a:t>
            </a:r>
          </a:p>
          <a:p>
            <a:r>
              <a:t>Finally, we score the sentences and put them back in their original order so they read naturally.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three summarization methods into Crux:</a:t>
            </a:r>
          </a:p>
          <a:p>
            <a:r>
              <a:t>First, the Frequency method: looks for repeated keywords.</a:t>
            </a:r>
          </a:p>
          <a:p>
            <a:r>
              <a:t>Second, the TF-IDF method: looks for unique terms that make a sentence stand out.</a:t>
            </a:r>
          </a:p>
          <a:p>
            <a:r>
              <a:t>Third, the Hybrid method: lets users combine both methods with a simple slider.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math in plain English:</a:t>
            </a:r>
          </a:p>
          <a:p>
            <a:r>
              <a:t>We score each sentence by adding up the weights of its important words.</a:t>
            </a:r>
          </a:p>
          <a:p>
            <a:r>
              <a:t>To prevent long sentences from winning just because they are long, we divide by the square root of the sentence length.</a:t>
            </a:r>
          </a:p>
          <a:p>
            <a:r>
              <a:t>This keeps the scoring fair and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an actual example showing how it works.</a:t>
            </a:r>
          </a:p>
          <a:p>
            <a:r>
              <a:t>On the left is an original 5-sentence passage on Healthcare AI.</a:t>
            </a:r>
          </a:p>
          <a:p>
            <a:r>
              <a:t>Our system counted the keywords and scored every sentence.</a:t>
            </a:r>
          </a:p>
          <a:p>
            <a:r>
              <a:t>Sentence 1 and Sentence 2 got the highest scores because they have the most important keywords.</a:t>
            </a:r>
          </a:p>
          <a:p>
            <a:r>
              <a:t>The system extracted those two sentences and kept their original order.</a:t>
            </a:r>
          </a:p>
          <a:p>
            <a:r>
              <a:t>The final summary is 59% shorter and took less than 5 milliseconds to generate!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slide, I explain how we protect user privacy.</a:t>
            </a:r>
          </a:p>
          <a:p>
            <a:r>
              <a:t>When a user uploads a PDF or text file, it is processed entirely in the computer's temporary RAM.</a:t>
            </a:r>
          </a:p>
          <a:p>
            <a:r>
              <a:t>We do not save any files to the hard drive, and no text is sent over the internet to external APIs.</a:t>
            </a:r>
          </a:p>
          <a:p>
            <a:r>
              <a:t>Once the summary is displayed, the memory is cleared.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we know if our summary is accurate?</a:t>
            </a:r>
          </a:p>
          <a:p>
            <a:r>
              <a:t>We use the standard NLP evaluation metric called ROUGE.</a:t>
            </a:r>
          </a:p>
          <a:p>
            <a:r>
              <a:t>It compares our summary with a summary written by a human.</a:t>
            </a:r>
          </a:p>
          <a:p>
            <a:r>
              <a:t>ROUGE-1 checks single words, ROUGE-2 checks two-word phrases, and ROUGE-L checks sentence structure.</a:t>
            </a:r>
          </a:p>
          <a:p>
            <a:r>
              <a:t>Our website even has a built-in tool where you can test this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shows the actual test results when summarizing a sample article.</a:t>
            </a:r>
          </a:p>
          <a:p>
            <a:r>
              <a:t>All three algorithms take less than 6 milliseconds to run.</a:t>
            </a:r>
          </a:p>
          <a:p>
            <a:r>
              <a:t>They shortened the text by about 50%, and the Hybrid method achieved the highest overall match score with the human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Slide 13, I highlight the features of our web dashboard:</a:t>
            </a:r>
          </a:p>
          <a:p>
            <a:r>
              <a:t>You can adjust the summary length with a slider, inspect individual sentence scores on an interactive chart, compare all three methods side-by-side, and restore past runs from the history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the technologies we used:</a:t>
            </a:r>
          </a:p>
          <a:p>
            <a:r>
              <a:t>Python with FastAPI for the backend, NLTK and Scikit-learn for NLP processing, React 18 and Tailwind CSS for the user interface, SQLite for storage, and Pytest to make sure everything works without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conclusion:</a:t>
            </a:r>
          </a:p>
          <a:p>
            <a:r>
              <a:t>Crux shows that classical, transparent NLP methods are still very useful today.</a:t>
            </a:r>
          </a:p>
          <a:p>
            <a:r>
              <a:t>They give 100% accurate summaries, execute in milliseconds on normal computers, and are completely free and private.</a:t>
            </a:r>
          </a:p>
          <a:p>
            <a:r>
              <a:t>Thank you for listening.</a:t>
            </a:r>
          </a:p>
          <a:p>
            <a:r>
              <a:t>I am happy to answer any questions you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188720"/>
            <a:ext cx="310896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MCA CAPSTONE PROJECT •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F172A"/>
                </a:solidFill>
              </a:defRPr>
            </a:pPr>
            <a:r>
              <a:t>CRUX</a:t>
            </a:r>
          </a:p>
          <a:p>
            <a:pPr>
              <a:spcBef>
                <a:spcPts val="800"/>
              </a:spcBef>
              <a:defRPr sz="2200">
                <a:solidFill>
                  <a:srgbClr val="4F46E5"/>
                </a:solidFill>
              </a:defRPr>
            </a:pPr>
            <a:r>
              <a:t>A Fast and Accurate Text Summarizer (Extractive NLP)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A simple, lightweight system that shortens long text and PDF documents into clear summaries without changing the 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572000"/>
            <a:ext cx="9997135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Degree: Master of Computer Applications (MCA)   |   Subject: Natural Language Processing (NLP)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Department: Department of Computer Applications   |   Academic Session: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2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What is Crux?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 b="1">
                <a:solidFill>
                  <a:srgbClr val="4F46E5"/>
                </a:solidFill>
              </a:defRPr>
            </a:pPr>
            <a:r>
              <a:t>•  Shortens Long Documents: </a:t>
            </a:r>
            <a:r>
              <a:rPr b="0">
                <a:solidFill>
                  <a:srgbClr val="334155"/>
                </a:solidFill>
              </a:rPr>
              <a:t>Takes long articles, research papers, notes, or PDF files and turns them into clean, short summaries.</a:t>
            </a:r>
          </a:p>
          <a:p>
            <a:pPr>
              <a:spcAft>
                <a:spcPts val="1600"/>
              </a:spcAft>
              <a:defRPr sz="1500" b="1">
                <a:solidFill>
                  <a:srgbClr val="4F46E5"/>
                </a:solidFill>
              </a:defRPr>
            </a:pPr>
            <a:r>
              <a:t>•  Keeps Original Sentences (Extractive): </a:t>
            </a:r>
            <a:r>
              <a:rPr b="0">
                <a:solidFill>
                  <a:srgbClr val="334155"/>
                </a:solidFill>
              </a:rPr>
              <a:t>Instead of rewriting or making up new words, it selects the most meaningful original sentences directly from the text.</a:t>
            </a:r>
          </a:p>
          <a:p>
            <a:pPr>
              <a:spcAft>
                <a:spcPts val="1600"/>
              </a:spcAft>
              <a:defRPr sz="1500" b="1">
                <a:solidFill>
                  <a:srgbClr val="4F46E5"/>
                </a:solidFill>
              </a:defRPr>
            </a:pPr>
            <a:r>
              <a:t>•  No Fake Information: </a:t>
            </a:r>
            <a:r>
              <a:rPr b="0">
                <a:solidFill>
                  <a:srgbClr val="334155"/>
                </a:solidFill>
              </a:rPr>
              <a:t>Because it extracts real sentences, it never invents facts, changes dates, or hallucinates numbers.</a:t>
            </a:r>
          </a:p>
          <a:p>
            <a:pPr>
              <a:spcAft>
                <a:spcPts val="1600"/>
              </a:spcAft>
              <a:defRPr sz="1500" b="1">
                <a:solidFill>
                  <a:srgbClr val="4F46E5"/>
                </a:solidFill>
              </a:defRPr>
            </a:pPr>
            <a:r>
              <a:t>•  Runs in Milliseconds: </a:t>
            </a:r>
            <a:r>
              <a:rPr b="0">
                <a:solidFill>
                  <a:srgbClr val="334155"/>
                </a:solidFill>
              </a:rPr>
              <a:t>Processes an entire article in under 15 milliseconds on a normal laptop without needing any expensive graphics cards.</a:t>
            </a:r>
          </a:p>
          <a:p>
            <a:pPr>
              <a:spcAft>
                <a:spcPts val="1600"/>
              </a:spcAft>
              <a:defRPr sz="1500" b="1">
                <a:solidFill>
                  <a:srgbClr val="4F46E5"/>
                </a:solidFill>
              </a:defRPr>
            </a:pPr>
            <a:r>
              <a:t>•  Complete Web Application: </a:t>
            </a:r>
            <a:r>
              <a:rPr b="0">
                <a:solidFill>
                  <a:srgbClr val="334155"/>
                </a:solidFill>
              </a:rPr>
              <a:t>Comes with an easy-to-use web dashboard with sliders, visual score charts, and history saving.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 PROBLEM WITH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3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Why Not Just Use ChatGPT?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1. AI Can Make Up Facts (Hallucination)</a:t>
            </a:r>
            <a:br/>
            <a:r>
              <a:rPr sz="1400" b="0">
                <a:solidFill>
                  <a:srgbClr val="334155"/>
                </a:solidFill>
              </a:rPr>
              <a:t>Tools like ChatGPT try to write like a human, but they often invent fake quotes, wrong dates, or incorrect numbers. In medical or legal documents, that is dangerous.</a:t>
            </a:r>
          </a:p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2. You Can't See How It Decided (Black Box)</a:t>
            </a:r>
            <a:br/>
            <a:r>
              <a:rPr sz="1400" b="0">
                <a:solidFill>
                  <a:srgbClr val="334155"/>
                </a:solidFill>
              </a:rPr>
              <a:t>Deep learning models are like black boxes. They cannot explain the exact math behind why one sentence was included and another was skipped.</a:t>
            </a:r>
          </a:p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3. Slow and Costly to Run</a:t>
            </a:r>
            <a:br/>
            <a:r>
              <a:rPr sz="1400" b="0">
                <a:solidFill>
                  <a:srgbClr val="334155"/>
                </a:solidFill>
              </a:rPr>
              <a:t>Generative AI takes 3 to 10 seconds per summary and needs expensive servers with heavy GPUs or paid API subscriptions.</a:t>
            </a:r>
          </a:p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4. Privacy Concerns</a:t>
            </a:r>
            <a:br/>
            <a:r>
              <a:rPr sz="1400" b="0">
                <a:solidFill>
                  <a:srgbClr val="334155"/>
                </a:solidFill>
              </a:rPr>
              <a:t>To use cloud AI, you must upload your private documents to external servers. This is a problem for companies and hospitals with confidential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WHY EXTRACTIVE NLP?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4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Our Solution: Extractive Summarization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 b="1">
                <a:solidFill>
                  <a:srgbClr val="4F46E5"/>
                </a:solidFill>
              </a:defRPr>
            </a:pPr>
            <a:r>
              <a:t>•  100% Real Facts (Zero Hallucination): </a:t>
            </a:r>
            <a:r>
              <a:rPr sz="1400" b="0">
                <a:solidFill>
                  <a:srgbClr val="334155"/>
                </a:solidFill>
              </a:rPr>
              <a:t>We pick verbatim sentences written by the original author. No new words are generated, so the facts never get distorted.</a:t>
            </a:r>
          </a:p>
          <a:p>
            <a:pPr>
              <a:spcAft>
                <a:spcPts val="1600"/>
              </a:spcAft>
              <a:defRPr sz="1500" b="1">
                <a:solidFill>
                  <a:srgbClr val="4F46E5"/>
                </a:solidFill>
              </a:defRPr>
            </a:pPr>
            <a:r>
              <a:t>•  Clear and Transparent Math: </a:t>
            </a:r>
            <a:r>
              <a:rPr sz="1400" b="0">
                <a:solidFill>
                  <a:srgbClr val="334155"/>
                </a:solidFill>
              </a:rPr>
              <a:t>Every single sentence gets a score based on simple, understandable formulas. You can see exactly why a sentence was selected.</a:t>
            </a:r>
          </a:p>
          <a:p>
            <a:pPr>
              <a:spcAft>
                <a:spcPts val="1600"/>
              </a:spcAft>
              <a:defRPr sz="1500" b="1">
                <a:solidFill>
                  <a:srgbClr val="4F46E5"/>
                </a:solidFill>
              </a:defRPr>
            </a:pPr>
            <a:r>
              <a:t>•  Super Fast on Normal Laptops: </a:t>
            </a:r>
            <a:r>
              <a:rPr sz="1400" b="0">
                <a:solidFill>
                  <a:srgbClr val="334155"/>
                </a:solidFill>
              </a:rPr>
              <a:t>Runs in under 15 milliseconds on a basic computer CPU. You don't need any expensive graphics card or internet API.</a:t>
            </a:r>
          </a:p>
          <a:p>
            <a:pPr>
              <a:spcAft>
                <a:spcPts val="1600"/>
              </a:spcAft>
              <a:defRPr sz="1500" b="1">
                <a:solidFill>
                  <a:srgbClr val="4F46E5"/>
                </a:solidFill>
              </a:defRPr>
            </a:pPr>
            <a:r>
              <a:t>•  Keeps Your Files Private: </a:t>
            </a:r>
            <a:r>
              <a:rPr sz="1400" b="0">
                <a:solidFill>
                  <a:srgbClr val="334155"/>
                </a:solidFill>
              </a:rPr>
              <a:t>Documents are read directly in the computer's memory (RAM) and are never saved to the hard drive or sent outside.</a:t>
            </a:r>
          </a:p>
          <a:p>
            <a:pPr>
              <a:spcAft>
                <a:spcPts val="1600"/>
              </a:spcAft>
              <a:defRPr sz="1500" b="1">
                <a:solidFill>
                  <a:srgbClr val="4F46E5"/>
                </a:solidFill>
              </a:defRPr>
            </a:pPr>
            <a:r>
              <a:t>•  Easy to Verify: </a:t>
            </a:r>
            <a:r>
              <a:rPr sz="1400" b="0">
                <a:solidFill>
                  <a:srgbClr val="334155"/>
                </a:solidFill>
              </a:rPr>
              <a:t>Because every sentence comes directly from the source, you can easily check where it appeared in the original document.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5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How the System is Built (4 Simple Parts)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1. The Website (Frontend)</a:t>
            </a:r>
            <a:br/>
            <a:r>
              <a:rPr sz="1400" b="0">
                <a:solidFill>
                  <a:srgbClr val="334155"/>
                </a:solidFill>
              </a:rPr>
              <a:t>Built with React 18 and Tailwind CSS. It gives users a clean screen with text boxes, sliders for summary length, and visual score charts.</a:t>
            </a:r>
          </a:p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2. The Web Server (Backend)</a:t>
            </a:r>
            <a:br/>
            <a:r>
              <a:rPr sz="1400" b="0">
                <a:solidFill>
                  <a:srgbClr val="334155"/>
                </a:solidFill>
              </a:rPr>
              <a:t>Built using FastAPI in Python. It receives the text, sends it to the NLP engine, and returns the summary quickly.</a:t>
            </a:r>
          </a:p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3. The NLP Engine (The Brain)</a:t>
            </a:r>
            <a:br/>
            <a:r>
              <a:rPr sz="1400" b="0">
                <a:solidFill>
                  <a:srgbClr val="334155"/>
                </a:solidFill>
              </a:rPr>
              <a:t>Cleans the text, counts word frequencies, calculates sentence scores, and picks the most important sentences.</a:t>
            </a:r>
          </a:p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4. The Database (Storage)</a:t>
            </a:r>
            <a:br/>
            <a:r>
              <a:rPr sz="1400" b="0">
                <a:solidFill>
                  <a:srgbClr val="334155"/>
                </a:solidFill>
              </a:rPr>
              <a:t>A simple built-in SQLite database that saves past summaries so you can search or reload them with one click.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NLP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6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How We Prepare the Text (NLP Pipeline)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•  1. Clean the text: </a:t>
            </a:r>
            <a:r>
              <a:rPr sz="1300" b="0">
                <a:solidFill>
                  <a:srgbClr val="334155"/>
                </a:solidFill>
              </a:rPr>
              <a:t>Remove any HTML tags, extra spaces, and weird symbols from the input.</a:t>
            </a:r>
          </a:p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•  2. Split into sentences: </a:t>
            </a:r>
            <a:r>
              <a:rPr sz="1300" b="0">
                <a:solidFill>
                  <a:srgbClr val="334155"/>
                </a:solidFill>
              </a:rPr>
              <a:t>Separate the text into sentences using full stops, exclamation marks, or Hindi danda (।) punctuation.</a:t>
            </a:r>
          </a:p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•  3. Break into words: </a:t>
            </a:r>
            <a:r>
              <a:rPr sz="1300" b="0">
                <a:solidFill>
                  <a:srgbClr val="334155"/>
                </a:solidFill>
              </a:rPr>
              <a:t>Break each sentence into individual words and filter out stray punctuation.</a:t>
            </a:r>
          </a:p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•  4. Make lowercase: </a:t>
            </a:r>
            <a:r>
              <a:rPr sz="1300" b="0">
                <a:solidFill>
                  <a:srgbClr val="334155"/>
                </a:solidFill>
              </a:rPr>
              <a:t>Turn all letters into lowercase so words like 'Computer' and 'computer' are counted together.</a:t>
            </a:r>
          </a:p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•  5. Remove filler stop-words: </a:t>
            </a:r>
            <a:r>
              <a:rPr sz="1300" b="0">
                <a:solidFill>
                  <a:srgbClr val="334155"/>
                </a:solidFill>
              </a:rPr>
              <a:t>Drop common words that don't add much meaning, like 'the', 'is', 'at', and 'on'.</a:t>
            </a:r>
          </a:p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•  6. Find root words (Lemmatize): </a:t>
            </a:r>
            <a:r>
              <a:rPr sz="1300" b="0">
                <a:solidFill>
                  <a:srgbClr val="334155"/>
                </a:solidFill>
              </a:rPr>
              <a:t>Convert words back to their dictionary root form (for example: 'running' and 'runs' both become 'run').</a:t>
            </a:r>
          </a:p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•  7. Score and pick: </a:t>
            </a:r>
            <a:r>
              <a:rPr sz="1300" b="0">
                <a:solidFill>
                  <a:srgbClr val="334155"/>
                </a:solidFill>
              </a:rPr>
              <a:t>Calculate a score for each sentence and pick the top sentences.</a:t>
            </a:r>
          </a:p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•  8. Restore original order: </a:t>
            </a:r>
            <a:r>
              <a:rPr sz="1300" b="0">
                <a:solidFill>
                  <a:srgbClr val="334155"/>
                </a:solidFill>
              </a:rPr>
              <a:t>Put the chosen sentences back in their original story order so the summary reads smoothly.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7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Three Summarization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1. Frequency Method (Popular Keywords)</a:t>
            </a:r>
            <a:br/>
            <a:r>
              <a:rPr sz="1400" b="0">
                <a:solidFill>
                  <a:srgbClr val="334155"/>
                </a:solidFill>
              </a:rPr>
              <a:t>Based on H.P. Luhn's idea. Words that appear frequently in a document usually represent its main topic. Sentences that contain a lot of these popular keywords get a higher score. This works great for single-topic news articles.</a:t>
            </a:r>
          </a:p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2. TF-IDF Method (Unique Keywords)</a:t>
            </a:r>
            <a:br/>
            <a:r>
              <a:rPr sz="1400" b="0">
                <a:solidFill>
                  <a:srgbClr val="334155"/>
                </a:solidFill>
              </a:rPr>
              <a:t>Finds words that are special or unique to a particular section, rather than words repeated everywhere. This helps pick sentences from different sections of a long, multi-topic document.</a:t>
            </a:r>
          </a:p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3. Hybrid Method (Best of Both)</a:t>
            </a:r>
            <a:br/>
            <a:r>
              <a:rPr sz="1400" b="0">
                <a:solidFill>
                  <a:srgbClr val="334155"/>
                </a:solidFill>
              </a:rPr>
              <a:t>Combines both Frequency and TF-IDF using a simple slider. By default, it gives 50% weight to Frequency and 50% to TF-IDF, giving a well-balanced summary.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SCORING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8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How Sentences are Scored (The Math)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1. Word Importance Weight</a:t>
            </a:r>
            <a:br/>
            <a:r>
              <a:rPr sz="1350" b="0">
                <a:solidFill>
                  <a:srgbClr val="334155"/>
                </a:solidFill>
              </a:rPr>
              <a:t>Count how many times each word appears. Divide by the most popular word's count so every word gets a weight between 0.0 and 1.0.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2. Raw Sentence Score</a:t>
            </a:r>
            <a:br/>
            <a:r>
              <a:rPr sz="1350" b="0">
                <a:solidFill>
                  <a:srgbClr val="334155"/>
                </a:solidFill>
              </a:rPr>
              <a:t>Add up the weights of all the meaningful words in that sentence.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3. Fair Length Check (Dividing by Square-Root Length)</a:t>
            </a:r>
            <a:br/>
            <a:r>
              <a:rPr sz="1350" b="0">
                <a:solidFill>
                  <a:srgbClr val="334155"/>
                </a:solidFill>
              </a:rPr>
              <a:t>If we only add word weights, long 60-word sentences always win just because they have more words.
If we divide by length, short 3-word sentences win.
So we divide by sqrt(Sentence Length), which keeps things fair for medium, informative sentences.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4. Hybrid Score Formula</a:t>
            </a:r>
            <a:br/>
            <a:r>
              <a:rPr sz="1350" b="0">
                <a:solidFill>
                  <a:srgbClr val="334155"/>
                </a:solidFill>
              </a:rPr>
              <a:t>Final Score = (alpha * Frequency Score) + (beta * TF-IDF Score)
Where alpha and beta are sliders set by the user that add up to 100%.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STEP-BY-STEP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9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 Real Example: How it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1. Original Text (5 Sentences • 68 Words)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4F46E5"/>
                </a:solidFill>
              </a:rPr>
              <a:t>[S1] </a:t>
            </a:r>
            <a:r>
              <a:rPr sz="1100">
                <a:solidFill>
                  <a:srgbClr val="334155"/>
                </a:solidFill>
              </a:rPr>
              <a:t>Artificial intelligence is rapidly transforming healthcare by analyzing vast medical records.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4F46E5"/>
                </a:solidFill>
              </a:rPr>
              <a:t>[S2] </a:t>
            </a:r>
            <a:r>
              <a:rPr sz="1100">
                <a:solidFill>
                  <a:srgbClr val="334155"/>
                </a:solidFill>
              </a:rPr>
              <a:t>Modern researchers use machine learning algorithms to detect diseases in medical images early.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4F46E5"/>
                </a:solidFill>
              </a:rPr>
              <a:t>[S3] </a:t>
            </a:r>
            <a:r>
              <a:rPr sz="1100">
                <a:solidFill>
                  <a:srgbClr val="334155"/>
                </a:solidFill>
              </a:rPr>
              <a:t>These diagnostic tools actively assist physicians in complex clinical decision-making.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4F46E5"/>
                </a:solidFill>
              </a:rPr>
              <a:t>[S4] </a:t>
            </a:r>
            <a:r>
              <a:rPr sz="1100">
                <a:solidFill>
                  <a:srgbClr val="334155"/>
                </a:solidFill>
              </a:rPr>
              <a:t>However, organizations must ensure AI diagnostic algorithms are transparent and secure.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4F46E5"/>
                </a:solidFill>
              </a:rPr>
              <a:t>[S5] </a:t>
            </a:r>
            <a:r>
              <a:rPr sz="1100">
                <a:solidFill>
                  <a:srgbClr val="334155"/>
                </a:solidFill>
              </a:rPr>
              <a:t>Protecting patient privacy remains a top priority during digital healthcare transformation.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2. Scoring &amp; Output (Summary Budget = 2 Sentences)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• Sentence Scores:</a:t>
            </a:r>
            <a:br/>
            <a:r>
              <a:t>  [S1] Score: 0.72 (Rank 1 - Selected)</a:t>
            </a:r>
            <a:br/>
            <a:r>
              <a:t>  [S2] Score: 0.68 (Rank 2 - Selected)</a:t>
            </a:r>
            <a:br/>
            <a:r>
              <a:t>  [S4] 0.49   |   [S3] 0.44   |   [S5] 0.41</a:t>
            </a:r>
            <a:br/>
            <a:r>
              <a:t>  Top Keywords Found: 'intelligence', 'healthcare', 'algorithms', 'medical'</a:t>
            </a:r>
          </a:p>
          <a:p>
            <a:pPr>
              <a:spcAft>
                <a:spcPts val="400"/>
              </a:spcAft>
              <a:defRPr sz="1250" b="1">
                <a:solidFill>
                  <a:srgbClr val="4F46E5"/>
                </a:solidFill>
              </a:defRPr>
            </a:pPr>
            <a:r>
              <a:t>3. Final Extracted Summary (In Original Order):</a:t>
            </a:r>
          </a:p>
          <a:p>
            <a:pPr>
              <a:spcAft>
                <a:spcPts val="1000"/>
              </a:spcAft>
              <a:defRPr sz="1150" i="1">
                <a:solidFill>
                  <a:srgbClr val="0F172A"/>
                </a:solidFill>
              </a:defRPr>
            </a:pPr>
            <a:r>
              <a:t>"Artificial intelligence is rapidly transforming healthcare by analyzing vast medical records. Modern researchers use machine learning algorithms to detect diseases in medical images early."</a:t>
            </a:r>
          </a:p>
          <a:p>
            <a:pPr>
              <a:defRPr sz="1050" b="1">
                <a:solidFill>
                  <a:srgbClr val="4F46E5"/>
                </a:solidFill>
              </a:defRPr>
            </a:pPr>
            <a:r>
              <a:t>Result: 68 words down to 28 words  |  59% shorter  |  Time: 4.8 milliseconds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PRIVACY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10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Keeping Documents Safe and Private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•  Read Only in Computer Memory (RAM)</a:t>
            </a:r>
            <a:br/>
            <a:r>
              <a:rPr sz="1400" b="0">
                <a:solidFill>
                  <a:srgbClr val="334155"/>
                </a:solidFill>
              </a:rPr>
              <a:t>When you upload a PDF or text file, our Python server reads it directly in memory using Python's io.BytesIO. It never writes the file to the computer's hard disk.</a:t>
            </a:r>
          </a:p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•  No Temporary Files Left Behind</a:t>
            </a:r>
            <a:br/>
            <a:r>
              <a:rPr sz="1400" b="0">
                <a:solidFill>
                  <a:srgbClr val="334155"/>
                </a:solidFill>
              </a:rPr>
              <a:t>Traditional websites save uploaded files in a temp folder where anyone might find them. Crux keeps zero files on disk.</a:t>
            </a:r>
          </a:p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•  No External Data Sharing</a:t>
            </a:r>
            <a:br/>
            <a:r>
              <a:rPr sz="1400" b="0">
                <a:solidFill>
                  <a:srgbClr val="334155"/>
                </a:solidFill>
              </a:rPr>
              <a:t>Your text is processed locally on your machine. Nothing is ever sent to third-party AI companies or cloud servers.</a:t>
            </a:r>
          </a:p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</a:defRPr>
            </a:pPr>
            <a:r>
              <a:t>•  Works with Normal PDF and Text Files</a:t>
            </a:r>
            <a:br/>
            <a:r>
              <a:rPr sz="1400" b="0">
                <a:solidFill>
                  <a:srgbClr val="334155"/>
                </a:solidFill>
              </a:rPr>
              <a:t>You can type text, paste text, or upload `.pdf`, `.txt`, and `.md` files easily.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QUALITY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11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How We Test Quality: ROUGE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Comparing Against a Human Summary: </a:t>
            </a:r>
            <a:r>
              <a:rPr sz="1350" b="0">
                <a:solidFill>
                  <a:srgbClr val="334155"/>
                </a:solidFill>
              </a:rPr>
              <a:t>To test if our summary is good, we compare it against a summary written by a human expert.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ROUGE-1 (Single Word Matches): </a:t>
            </a:r>
            <a:r>
              <a:rPr sz="1350" b="0">
                <a:solidFill>
                  <a:srgbClr val="334155"/>
                </a:solidFill>
              </a:rPr>
              <a:t>Checks how many individual words match between the human summary and our summary. Shows if we covered the main topic.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ROUGE-2 (Two-Word Phrase Matches): </a:t>
            </a:r>
            <a:r>
              <a:rPr sz="1350" b="0">
                <a:solidFill>
                  <a:srgbClr val="334155"/>
                </a:solidFill>
              </a:rPr>
              <a:t>Checks pairs of words next to each other (like 'medical records' or 'machine learning'). Shows if phrases make sense.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ROUGE-L (Sentence Structure): </a:t>
            </a:r>
            <a:r>
              <a:rPr sz="1350" b="0">
                <a:solidFill>
                  <a:srgbClr val="334155"/>
                </a:solidFill>
              </a:rPr>
              <a:t>Checks if the words appear in the same general order, testing overall flow and coherence.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Built-in Quality Checker: </a:t>
            </a:r>
            <a:r>
              <a:rPr sz="1350" b="0">
                <a:solidFill>
                  <a:srgbClr val="334155"/>
                </a:solidFill>
              </a:rPr>
              <a:t>Our web dashboard has a button where you can paste any reference summary and immediately see the match percentage.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12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Test Results: Comparing the Methods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560320"/>
                <a:gridCol w="2681935"/>
              </a:tblGrid>
              <a:tr h="4800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 Metric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Frequency Method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TF-IDF Method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Hybrid Method (50/50)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Requested Sentences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3 sentences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3 sentences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F46E5"/>
                          </a:solidFill>
                        </a:defRPr>
                      </a:pPr>
                      <a:r>
                        <a:t>3 sentences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Summary Length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56 words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51 words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F46E5"/>
                          </a:solidFill>
                        </a:defRPr>
                      </a:pPr>
                      <a:r>
                        <a:t>56 words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Space Saved (% Shorter)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46.7% shorter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51.4% shorter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F46E5"/>
                          </a:solidFill>
                        </a:defRPr>
                      </a:pPr>
                      <a:r>
                        <a:t>46.7% shorter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Time Taken (Speed)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4.2 milliseconds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5.1 milliseconds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F46E5"/>
                          </a:solidFill>
                        </a:defRPr>
                      </a:pPr>
                      <a:r>
                        <a:t>5.8 milliseconds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ROUGE-1 (Word Match)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48.6%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F46E5"/>
                          </a:solidFill>
                        </a:defRPr>
                      </a:pPr>
                      <a:r>
                        <a:t>48.6%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ROUGE-2 (Phrase Match)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22.4%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20.1%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F46E5"/>
                          </a:solidFill>
                        </a:defRPr>
                      </a:pPr>
                      <a:r>
                        <a:t>22.4%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ROUGE-L (Flow Match)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44.1%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41.8%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F46E5"/>
                          </a:solidFill>
                        </a:defRPr>
                      </a:pPr>
                      <a:r>
                        <a:t>44.1%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6692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Key Takeaway: All three methods run in under 6 milliseconds on a normal computer. The Hybrid method got the best overall match scores.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13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Features of the Web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Smart Sentence Slider: </a:t>
            </a:r>
            <a:r>
              <a:rPr sz="1350" b="0">
                <a:solidFill>
                  <a:srgbClr val="334155"/>
                </a:solidFill>
              </a:rPr>
              <a:t>Drag the slider to pick how many sentences you want. The slider automatically knows how many sentences are in your text and will never let you pick too many.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Interactive Score Chart: </a:t>
            </a:r>
            <a:r>
              <a:rPr sz="1350" b="0">
                <a:solidFill>
                  <a:srgbClr val="334155"/>
                </a:solidFill>
              </a:rPr>
              <a:t>A colorful bar chart shows the exact score of every sentence. Extracted sentences are highlighted in blue so you can see why they won.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Compare Tab: </a:t>
            </a:r>
            <a:r>
              <a:rPr sz="1350" b="0">
                <a:solidFill>
                  <a:srgbClr val="334155"/>
                </a:solidFill>
              </a:rPr>
              <a:t>One click runs all three algorithms side-by-side so you can see how Frequency, TF-IDF, and Hybrid differ.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Saved History &amp; Restore: </a:t>
            </a:r>
            <a:r>
              <a:rPr sz="1350" b="0">
                <a:solidFill>
                  <a:srgbClr val="334155"/>
                </a:solidFill>
              </a:rPr>
              <a:t>Automatically saves your past summaries. You can search your past runs and click 'Restore' to reload any old text back into the editor.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•  Copy and Download: </a:t>
            </a:r>
            <a:r>
              <a:rPr sz="1350" b="0">
                <a:solidFill>
                  <a:srgbClr val="334155"/>
                </a:solidFill>
              </a:rPr>
              <a:t>Single button to copy the summary to your clipboard or download it as a `.txt` file.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14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Technologies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•  Python 3.10+: </a:t>
            </a:r>
            <a:r>
              <a:rPr sz="1350" b="0">
                <a:solidFill>
                  <a:srgbClr val="334155"/>
                </a:solidFill>
              </a:rPr>
              <a:t>The main programming language used for the backend logic and NLP algorithms.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•  FastAPI: </a:t>
            </a:r>
            <a:r>
              <a:rPr sz="1350" b="0">
                <a:solidFill>
                  <a:srgbClr val="334155"/>
                </a:solidFill>
              </a:rPr>
              <a:t>A modern, high-speed Python web framework used to create our REST API server.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•  NLTK &amp; Scikit-learn: </a:t>
            </a:r>
            <a:r>
              <a:rPr sz="1350" b="0">
                <a:solidFill>
                  <a:srgbClr val="334155"/>
                </a:solidFill>
              </a:rPr>
              <a:t>Standard Python NLP libraries used for finding stop-words, lemmatizing root words, and TF-IDF math.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•  React 18 &amp; Vite: </a:t>
            </a:r>
            <a:r>
              <a:rPr sz="1350" b="0">
                <a:solidFill>
                  <a:srgbClr val="334155"/>
                </a:solidFill>
              </a:rPr>
              <a:t>Modern frontend web framework used to build our fast and responsive dashboard.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•  Tailwind CSS: </a:t>
            </a:r>
            <a:r>
              <a:rPr sz="1350" b="0">
                <a:solidFill>
                  <a:srgbClr val="334155"/>
                </a:solidFill>
              </a:rPr>
              <a:t>A utility-first CSS framework used for clean styling, responsive layouts, and smooth animations.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•  SQLite: </a:t>
            </a:r>
            <a:r>
              <a:rPr sz="1350" b="0">
                <a:solidFill>
                  <a:srgbClr val="334155"/>
                </a:solidFill>
              </a:rPr>
              <a:t>A lightweight, built-in database used to store history with zero extra setup needed.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•  Pytest: </a:t>
            </a:r>
            <a:r>
              <a:rPr sz="1350" b="0">
                <a:solidFill>
                  <a:srgbClr val="334155"/>
                </a:solidFill>
              </a:rPr>
              <a:t>Automated testing tool used to verify 20+ test cases (including Hindi/Devanagari text).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15 of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286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✓  100% Truthful Summaries: </a:t>
            </a:r>
            <a:r>
              <a:rPr sz="1400" b="0">
                <a:solidFill>
                  <a:srgbClr val="334155"/>
                </a:solidFill>
              </a:rPr>
              <a:t>Because it extracts original sentences directly, it never hallucinates or makes up fake facts.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✓  Fast and Free to Run: </a:t>
            </a:r>
            <a:r>
              <a:rPr sz="1400" b="0">
                <a:solidFill>
                  <a:srgbClr val="334155"/>
                </a:solidFill>
              </a:rPr>
              <a:t>Runs in under 15 milliseconds on a basic laptop with zero expensive GPU or cloud API bills.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✓  Simple and Understandable: </a:t>
            </a:r>
            <a:r>
              <a:rPr sz="1400" b="0">
                <a:solidFill>
                  <a:srgbClr val="334155"/>
                </a:solidFill>
              </a:rPr>
              <a:t>Every sentence gets a clear score, making the decisions easy to explain and verify.</a:t>
            </a:r>
          </a:p>
          <a:p>
            <a:pPr>
              <a:spcAft>
                <a:spcPts val="1400"/>
              </a:spcAft>
              <a:defRPr sz="1500" b="1">
                <a:solidFill>
                  <a:srgbClr val="4F46E5"/>
                </a:solidFill>
              </a:defRPr>
            </a:pPr>
            <a:r>
              <a:t>✓  Complete Working MCA Project: </a:t>
            </a:r>
            <a:r>
              <a:rPr sz="1400" b="0">
                <a:solidFill>
                  <a:srgbClr val="334155"/>
                </a:solidFill>
              </a:rPr>
              <a:t>Combines NLP algorithms, a fast Python backend, a clean React website, and an embedded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9144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Thank You! 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